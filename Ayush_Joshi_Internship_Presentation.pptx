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6858000"/>
          </a:xfrm>
          <a:prstGeom prst="rec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/>
        </p:txBody>
      </p:sp>
      <p:sp>
        <p:nvSpPr>
          <p:cNvPr id="1048585" name="TextBox 2"/>
          <p:cNvSpPr txBox="1"/>
          <p:nvPr/>
        </p:nvSpPr>
        <p:spPr>
          <a:xfrm>
            <a:off x="914400" y="1417320"/>
            <a:ext cx="6470174" cy="6502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800"/>
            </a:pPr>
            <a:r>
              <a:t>INTERNSHIP PRESENTATION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1097280" y="2880360"/>
            <a:ext cx="3720624" cy="1615441"/>
          </a:xfrm>
          <a:prstGeom prst="rect"/>
          <a:noFill/>
        </p:spPr>
        <p:txBody>
          <a:bodyPr wrap="none">
            <a:spAutoFit/>
          </a:bodyPr>
          <a:p>
            <a:pPr algn="ctr">
              <a:spcAft>
                <a:spcPts val="1000"/>
              </a:spcAft>
              <a:defRPr sz="2300"/>
            </a:pPr>
            <a:r>
              <a:t>Artificial Intelligence Intern</a:t>
            </a:r>
          </a:p>
          <a:p>
            <a:pPr algn="ctr">
              <a:spcAft>
                <a:spcPts val="1000"/>
              </a:spcAft>
              <a:defRPr sz="1800"/>
            </a:pPr>
            <a:r>
              <a:t>Codec Technologies Pvt. Ltd.</a:t>
            </a:r>
          </a:p>
          <a:p>
            <a:pPr algn="ctr">
              <a:spcAft>
                <a:spcPts val="1000"/>
              </a:spcAft>
              <a:defRPr sz="1800"/>
            </a:pPr>
            <a:r>
              <a:t>22 May 2026 – 22 July 2026</a:t>
            </a:r>
          </a:p>
          <a:p>
            <a:pPr algn="ctr">
              <a:spcAft>
                <a:spcPts val="1000"/>
              </a:spcAft>
              <a:defRPr sz="1800"/>
            </a:pPr>
            <a:r>
              <a:t>Presented by: Ayush Joshi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0" name="TextBox 1"/>
          <p:cNvSpPr txBox="1"/>
          <p:nvPr/>
        </p:nvSpPr>
        <p:spPr>
          <a:xfrm>
            <a:off x="640080" y="411480"/>
            <a:ext cx="3282574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Internship Overview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914400" y="1554480"/>
            <a:ext cx="10241280" cy="2809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Organization: Codec Technologies Pvt. Ltd.</a:t>
            </a:r>
          </a:p>
          <a:p>
            <a:pPr>
              <a:spcAft>
                <a:spcPts val="1400"/>
              </a:spcAft>
              <a:defRPr sz="2100"/>
            </a:pPr>
            <a:r>
              <a:t>Position: Artificial Intelligence Intern</a:t>
            </a:r>
          </a:p>
          <a:p>
            <a:pPr>
              <a:spcAft>
                <a:spcPts val="1400"/>
              </a:spcAft>
              <a:defRPr sz="2100"/>
            </a:pPr>
            <a:r>
              <a:t>Program duration: 2 months</a:t>
            </a:r>
          </a:p>
          <a:p>
            <a:pPr>
              <a:spcAft>
                <a:spcPts val="1400"/>
              </a:spcAft>
              <a:defRPr sz="2100"/>
            </a:pPr>
            <a:r>
              <a:t>Start date: 22 May 2026</a:t>
            </a:r>
          </a:p>
          <a:p>
            <a:pPr>
              <a:spcAft>
                <a:spcPts val="1400"/>
              </a:spcAft>
              <a:defRPr sz="2100"/>
            </a:pPr>
            <a:r>
              <a:t>End date: 22 July 2026</a:t>
            </a:r>
          </a:p>
          <a:p>
            <a:pPr>
              <a:spcAft>
                <a:spcPts val="1400"/>
              </a:spcAft>
              <a:defRPr sz="2100"/>
            </a:pPr>
            <a:r>
              <a:t>Program approval: AICTE &amp; ICAC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2" name="TextBox 1"/>
          <p:cNvSpPr txBox="1"/>
          <p:nvPr/>
        </p:nvSpPr>
        <p:spPr>
          <a:xfrm>
            <a:off x="640080" y="411480"/>
            <a:ext cx="3495348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Internship Objectives</a:t>
            </a:r>
          </a:p>
        </p:txBody>
      </p:sp>
      <p:sp>
        <p:nvSpPr>
          <p:cNvPr id="1048593" name="TextBox 2"/>
          <p:cNvSpPr txBox="1"/>
          <p:nvPr/>
        </p:nvSpPr>
        <p:spPr>
          <a:xfrm>
            <a:off x="914400" y="1554480"/>
            <a:ext cx="10241280" cy="18440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Understand practical applications of Artificial Intelligence.</a:t>
            </a:r>
          </a:p>
          <a:p>
            <a:pPr>
              <a:spcAft>
                <a:spcPts val="1400"/>
              </a:spcAft>
              <a:defRPr sz="2100"/>
            </a:pPr>
            <a:r>
              <a:t>Gain exposure to AI-oriented workflows and problem solving.</a:t>
            </a:r>
          </a:p>
          <a:p>
            <a:pPr>
              <a:spcAft>
                <a:spcPts val="1400"/>
              </a:spcAft>
              <a:defRPr sz="2100"/>
            </a:pPr>
            <a:r>
              <a:t>Develop technical and professional skills through internship experience.</a:t>
            </a:r>
          </a:p>
          <a:p>
            <a:pPr>
              <a:spcAft>
                <a:spcPts val="1400"/>
              </a:spcAft>
              <a:defRPr sz="2100"/>
            </a:pPr>
            <a:r>
              <a:t>Connect academic learning with an industry-oriented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4" name="TextBox 1"/>
          <p:cNvSpPr txBox="1"/>
          <p:nvPr/>
        </p:nvSpPr>
        <p:spPr>
          <a:xfrm>
            <a:off x="640080" y="411480"/>
            <a:ext cx="3195459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Key Learning Areas</a:t>
            </a:r>
          </a:p>
        </p:txBody>
      </p:sp>
      <p:sp>
        <p:nvSpPr>
          <p:cNvPr id="1048595" name="TextBox 2"/>
          <p:cNvSpPr txBox="1"/>
          <p:nvPr/>
        </p:nvSpPr>
        <p:spPr>
          <a:xfrm>
            <a:off x="914400" y="1554480"/>
            <a:ext cx="10241280" cy="23266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Artificial Intelligence concepts and applications</a:t>
            </a:r>
          </a:p>
          <a:p>
            <a:pPr>
              <a:spcAft>
                <a:spcPts val="1400"/>
              </a:spcAft>
              <a:defRPr sz="2100"/>
            </a:pPr>
            <a:r>
              <a:t>Problem-solving and analytical thinking</a:t>
            </a:r>
          </a:p>
          <a:p>
            <a:pPr>
              <a:spcAft>
                <a:spcPts val="1400"/>
              </a:spcAft>
              <a:defRPr sz="2100"/>
            </a:pPr>
            <a:r>
              <a:t>Working in a structured professional environment</a:t>
            </a:r>
          </a:p>
          <a:p>
            <a:pPr>
              <a:spcAft>
                <a:spcPts val="1400"/>
              </a:spcAft>
              <a:defRPr sz="2100"/>
            </a:pPr>
            <a:r>
              <a:t>Applying technical knowledge to practical tasks</a:t>
            </a:r>
          </a:p>
          <a:p>
            <a:pPr>
              <a:spcAft>
                <a:spcPts val="1400"/>
              </a:spcAft>
              <a:defRPr sz="2100"/>
            </a:pPr>
            <a:r>
              <a:t>Improving communication, documentation and teamwork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6" name="TextBox 1"/>
          <p:cNvSpPr txBox="1"/>
          <p:nvPr/>
        </p:nvSpPr>
        <p:spPr>
          <a:xfrm>
            <a:off x="640080" y="411480"/>
            <a:ext cx="4495523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Internship Work &amp; Activities</a:t>
            </a:r>
          </a:p>
        </p:txBody>
      </p:sp>
      <p:sp>
        <p:nvSpPr>
          <p:cNvPr id="1048597" name="TextBox 2"/>
          <p:cNvSpPr txBox="1"/>
          <p:nvPr/>
        </p:nvSpPr>
        <p:spPr>
          <a:xfrm>
            <a:off x="914400" y="1554480"/>
            <a:ext cx="10241280" cy="21488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Worked as an Artificial Intelligence Intern.</a:t>
            </a:r>
          </a:p>
          <a:p>
            <a:pPr>
              <a:spcAft>
                <a:spcPts val="1400"/>
              </a:spcAft>
              <a:defRPr sz="2100"/>
            </a:pPr>
            <a:r>
              <a:t>Participated in the approved internship program conducted by Codec Technologies Pvt. Ltd.</a:t>
            </a:r>
          </a:p>
          <a:p>
            <a:pPr>
              <a:spcAft>
                <a:spcPts val="1400"/>
              </a:spcAft>
              <a:defRPr sz="2100"/>
            </a:pPr>
            <a:r>
              <a:t>Applied and strengthened technical knowledge through internship activities.</a:t>
            </a:r>
          </a:p>
          <a:p>
            <a:pPr>
              <a:spcAft>
                <a:spcPts val="1400"/>
              </a:spcAft>
              <a:defRPr sz="2100"/>
            </a:pPr>
            <a:r>
              <a:t>Developed professional discipline through a structured 2-month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8" name="TextBox 1"/>
          <p:cNvSpPr txBox="1"/>
          <p:nvPr/>
        </p:nvSpPr>
        <p:spPr>
          <a:xfrm>
            <a:off x="640080" y="411480"/>
            <a:ext cx="2781916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Skills Developed</a:t>
            </a:r>
          </a:p>
        </p:txBody>
      </p:sp>
      <p:sp>
        <p:nvSpPr>
          <p:cNvPr id="1048599" name="TextBox 2"/>
          <p:cNvSpPr txBox="1"/>
          <p:nvPr/>
        </p:nvSpPr>
        <p:spPr>
          <a:xfrm>
            <a:off x="914400" y="1554480"/>
            <a:ext cx="10241280" cy="23266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Artificial Intelligence fundamentals</a:t>
            </a:r>
          </a:p>
          <a:p>
            <a:pPr>
              <a:spcAft>
                <a:spcPts val="1400"/>
              </a:spcAft>
              <a:defRPr sz="2100"/>
            </a:pPr>
            <a:r>
              <a:t>Logical and analytical problem solving</a:t>
            </a:r>
          </a:p>
          <a:p>
            <a:pPr>
              <a:spcAft>
                <a:spcPts val="1400"/>
              </a:spcAft>
              <a:defRPr sz="2100"/>
            </a:pPr>
            <a:r>
              <a:t>Technical learning and adaptability</a:t>
            </a:r>
          </a:p>
          <a:p>
            <a:pPr>
              <a:spcAft>
                <a:spcPts val="1400"/>
              </a:spcAft>
              <a:defRPr sz="2100"/>
            </a:pPr>
            <a:r>
              <a:t>Professional communication</a:t>
            </a:r>
          </a:p>
          <a:p>
            <a:pPr>
              <a:spcAft>
                <a:spcPts val="1400"/>
              </a:spcAft>
              <a:defRPr sz="2100"/>
            </a:pPr>
            <a:r>
              <a:t>Time management and task discipline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0" name="TextBox 1"/>
          <p:cNvSpPr txBox="1"/>
          <p:nvPr/>
        </p:nvSpPr>
        <p:spPr>
          <a:xfrm>
            <a:off x="640080" y="411480"/>
            <a:ext cx="3459481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Internship Outcomes</a:t>
            </a:r>
          </a:p>
        </p:txBody>
      </p:sp>
      <p:sp>
        <p:nvSpPr>
          <p:cNvPr id="1048601" name="TextBox 2"/>
          <p:cNvSpPr txBox="1"/>
          <p:nvPr/>
        </p:nvSpPr>
        <p:spPr>
          <a:xfrm>
            <a:off x="914400" y="1554480"/>
            <a:ext cx="10241280" cy="18440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Completed the full 2-month internship program.</a:t>
            </a:r>
          </a:p>
          <a:p>
            <a:pPr>
              <a:spcAft>
                <a:spcPts val="1400"/>
              </a:spcAft>
              <a:defRPr sz="2100"/>
            </a:pPr>
            <a:r>
              <a:t>Gained practical exposure as an Artificial Intelligence Intern.</a:t>
            </a:r>
          </a:p>
          <a:p>
            <a:pPr>
              <a:spcAft>
                <a:spcPts val="1400"/>
              </a:spcAft>
              <a:defRPr sz="2100"/>
            </a:pPr>
            <a:r>
              <a:t>Strengthened confidence in applying technical concepts.</a:t>
            </a:r>
          </a:p>
          <a:p>
            <a:pPr>
              <a:spcAft>
                <a:spcPts val="1400"/>
              </a:spcAft>
              <a:defRPr sz="2100"/>
            </a:pPr>
            <a:r>
              <a:t>Received an internship completion certificate.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2" name="TextBox 1"/>
          <p:cNvSpPr txBox="1"/>
          <p:nvPr/>
        </p:nvSpPr>
        <p:spPr>
          <a:xfrm>
            <a:off x="640080" y="411480"/>
            <a:ext cx="2985562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/>
            </a:pPr>
            <a:r>
              <a:t>Certificate Details</a:t>
            </a:r>
          </a:p>
        </p:txBody>
      </p:sp>
      <p:sp>
        <p:nvSpPr>
          <p:cNvPr id="1048603" name="TextBox 2"/>
          <p:cNvSpPr txBox="1"/>
          <p:nvPr/>
        </p:nvSpPr>
        <p:spPr>
          <a:xfrm>
            <a:off x="914400" y="1554480"/>
            <a:ext cx="10241280" cy="2809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Name: Ayush Joshi</a:t>
            </a:r>
          </a:p>
          <a:p>
            <a:pPr>
              <a:spcAft>
                <a:spcPts val="1400"/>
              </a:spcAft>
              <a:defRPr sz="2100"/>
            </a:pPr>
            <a:r>
              <a:t>Company: Codec Technologies Pvt. Ltd.</a:t>
            </a:r>
          </a:p>
          <a:p>
            <a:pPr>
              <a:spcAft>
                <a:spcPts val="1400"/>
              </a:spcAft>
              <a:defRPr sz="2100"/>
            </a:pPr>
            <a:r>
              <a:t>Role: Artificial Intelligence Intern</a:t>
            </a:r>
          </a:p>
          <a:p>
            <a:pPr>
              <a:spcAft>
                <a:spcPts val="1400"/>
              </a:spcAft>
              <a:defRPr sz="2100"/>
            </a:pPr>
            <a:r>
              <a:t>Duration: 22/05/2026 – 22/07/2026</a:t>
            </a:r>
          </a:p>
          <a:p>
            <a:pPr>
              <a:spcAft>
                <a:spcPts val="1400"/>
              </a:spcAft>
              <a:defRPr sz="2100"/>
            </a:pPr>
            <a:r>
              <a:t>Approval: AICTE &amp; ICAC</a:t>
            </a:r>
          </a:p>
          <a:p>
            <a:pPr>
              <a:spcAft>
                <a:spcPts val="1400"/>
              </a:spcAft>
              <a:defRPr sz="2100"/>
            </a:pPr>
            <a:r>
              <a:t>Program Manager: Dr. Anurag Shrivastava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4" name="TextBox 1"/>
          <p:cNvSpPr txBox="1"/>
          <p:nvPr/>
        </p:nvSpPr>
        <p:spPr>
          <a:xfrm>
            <a:off x="914400" y="2194560"/>
            <a:ext cx="3088353" cy="7137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4200"/>
            </a:pPr>
            <a:r>
              <a:t>THANK YOU</a:t>
            </a:r>
          </a:p>
        </p:txBody>
      </p:sp>
      <p:sp>
        <p:nvSpPr>
          <p:cNvPr id="1048605" name="TextBox 2"/>
          <p:cNvSpPr txBox="1"/>
          <p:nvPr/>
        </p:nvSpPr>
        <p:spPr>
          <a:xfrm>
            <a:off x="914400" y="3337560"/>
            <a:ext cx="4767581" cy="396240"/>
          </a:xfrm>
          <a:prstGeom prst="rect"/>
          <a:noFill/>
        </p:spPr>
        <p:txBody>
          <a:bodyPr wrap="none">
            <a:spAutoFit/>
          </a:bodyPr>
          <a:p>
            <a:pPr algn="ctr">
              <a:defRPr sz="2000"/>
            </a:pPr>
            <a:r>
              <a:t>Ayush Joshi | Artificial Intelligence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CPH2337</dc:creator>
  <cp:lastModifiedBy>Steve Canny</cp:lastModifiedBy>
  <dcterms:created xsi:type="dcterms:W3CDTF">2013-01-26T22:14:16Z</dcterms:created>
  <dcterms:modified xsi:type="dcterms:W3CDTF">2026-08-30T08:39:37Z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a1ebb321ec95474e9de9c469d8e6f689_23</vt:lpwstr>
  </property>
</Properties>
</file>